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6"/>
  </p:normalViewPr>
  <p:slideViewPr>
    <p:cSldViewPr snapToGrid="0">
      <p:cViewPr varScale="1">
        <p:scale>
          <a:sx n="146" d="100"/>
          <a:sy n="146" d="100"/>
        </p:scale>
        <p:origin x="64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5f57385d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5f57385d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f57385dc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f57385dc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f57385dc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f57385dc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data?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DMS Network model extracted from DMS Oracle database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LV Mapping CSV file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the same CSV file is already being generated for primary EWB.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CSV would need to be copied to / accessible from EDNAR server machine.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Copy of PoF mapping JSON configuration file used by network extractor on main EWB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this point in time, no need for meter consumption data or weather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this data is not needed, the processors for them aren’t needed either.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 requirements are a lot less without this data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needed: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Replicate just the network processing part of main EWB data crunching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on Windows!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daily script is in Bash and does everything.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EDNAR doesn’t care about historical network data - cleanup old data!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EDNAR to connect to a DMS Oracle instance (exists already)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access to the LV mapping (NMI_TX_MAPPING) csv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new script (Powershell? Another preference?) for EDNAR EWB is needed!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as a Windows scheduled task daily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does the script need to do?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LV mapping file is available run the PoF network extractor tool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extract successful: bounce EWB server app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extract failed: report error (email?) and leave EWB running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EWB has bounced clean up historical network files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 old EWB date data folders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 old LV mapping CSV files)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Macintosh PowerPoint</Application>
  <PresentationFormat>On-screen Show (16:9)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What data?</vt:lpstr>
      <vt:lpstr>What is needed:</vt:lpstr>
      <vt:lpstr>What does the script need to 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data?</dc:title>
  <cp:lastModifiedBy>Suvransu Brahma</cp:lastModifiedBy>
  <cp:revision>2</cp:revision>
  <dcterms:modified xsi:type="dcterms:W3CDTF">2019-08-08T03:23:31Z</dcterms:modified>
</cp:coreProperties>
</file>